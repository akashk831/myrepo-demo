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CFDA-71B0-4BA4-B040-8C076BE89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3A181-5A37-4337-AD63-F3016F567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14304-64F2-4BA6-8B18-2E462A66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93B9D-F5C6-4BBB-8457-DA1FCD68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300C4-4E37-4153-8D73-2A830159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41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B0F5-F05B-4E9A-8E96-1EA0A400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050F3-2C49-4B6A-81AE-0EA28E135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6B3F6-F792-45C5-B1AC-EA651D5D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48C6F-229C-42AF-9DD6-589258B0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DE26C-57D6-4328-8DDD-01A05E76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7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94EC-4C93-48FC-812A-2AE5EAAA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A6F2-2782-4AD2-AF04-4F3958494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E42C5-F7F8-46DA-A2EE-01A12901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42724-9B1D-4B70-A253-9F17F9FC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5D6AF-C62C-4497-9B5A-FB2EA0B4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53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25B5-9C63-4EEF-A0A3-2DD5885F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AA48-97A3-474F-B023-340A4B49F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F61E8-0003-4639-AB65-DD430A67F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EDD21-F4C5-443C-A869-41B565E6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2B9B5-E21F-4BDB-9F77-2CBFD678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CB692-68D3-41A4-B15A-C0EA4B0C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D8EE-09E9-421B-9F66-E93626D9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15B5B-F72D-4E6C-9617-731FBA67E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9C494-B52D-4230-94D3-9878C5193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5748C-9A13-4B6A-9867-C8E2241BF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6E2C1-2ED7-47E9-8A67-D61AB41DC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90385-2A30-460B-A312-6D9102C5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868FE-877F-49B6-85DF-F17421C3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769FD9-4E6B-4DD1-9C6C-510C250D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8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53E1-AF88-4516-AF6E-14B91E8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A11EF-0B01-4D80-8B7C-B2139EFA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6AABE-C4EC-42FE-B0FF-13FD3FDC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CF0E7-21DC-4DBB-8971-64A921D5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4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22BBC-BEED-4A4A-8469-DCF45112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130E2-4227-4EBD-A102-51FE175A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94DE4-9F70-4D80-9B23-A4BAC859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60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26C9-6653-4955-B457-9711E876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CBB9-0385-4903-8F4E-8E82E0D52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0656A-B0EC-4186-97A3-4ACDC9FD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1D5C3-3143-4B98-A36C-81336258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34BBD-3894-469A-B132-5C1EBCBF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F886D-626B-4896-9AE5-CC440617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05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2B48-FD15-4BB5-8D47-054D2A40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17211-57D1-48B5-A118-E02A5E6D4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C899F-3E15-4F2D-9EAB-E161D29B5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E1468-2B1E-488C-86FA-44B8AE0B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8E18F-015A-47B9-BAC0-6427D2E2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9DA55-C8A4-44A2-A59A-A08105D5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26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08D5-F42A-4548-BE0E-E853F28B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96C92-9D37-4B2B-801B-76A991F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4433F-6E38-400C-A6AA-4D91B3DC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39C1-659C-40DA-9D76-DA2176FA7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20B47-D883-4BB3-B511-10A4E169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19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585ED-AE8D-4890-988F-10F3B8F6D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6F4AD-4852-4509-8FD7-C4020E83E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69A91-924C-44ED-B395-DBAAAF69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4B1E-B4FE-4C1A-B323-326FFC98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47D70-BA17-4D2A-BCF5-99E26D55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4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A2B4C8-03C3-4B24-AAB8-C99A3712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D015A-93FD-4E14-9FC6-75F2D9BB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36315-5244-4227-8894-201F1BF74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96D75-0E14-4CF0-9D1C-20B6A8B432C8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F563E-3907-4EA9-9329-CA5EBA725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DF36D-F9CF-491B-BA13-2F4E6BD35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D28F5-C2F8-4083-8752-B429B6C4F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63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8014-0EA9-4B42-8F08-4724D48DD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7838"/>
            <a:ext cx="9144000" cy="1011237"/>
          </a:xfrm>
        </p:spPr>
        <p:txBody>
          <a:bodyPr/>
          <a:lstStyle/>
          <a:p>
            <a:r>
              <a:rPr lang="en-IN" dirty="0"/>
              <a:t>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7E8CE-E8BE-43AE-8434-8A4DBFF25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9042" y="1489075"/>
            <a:ext cx="8878957" cy="376872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IN" dirty="0"/>
              <a:t>	-   Tags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	-   Types of tag:-</a:t>
            </a:r>
            <a:r>
              <a:rPr lang="en-IN" dirty="0" err="1"/>
              <a:t>Paired,Unpaired</a:t>
            </a:r>
            <a:endParaRPr lang="en-IN" dirty="0"/>
          </a:p>
          <a:p>
            <a:pPr algn="l"/>
            <a:r>
              <a:rPr lang="en-IN" dirty="0"/>
              <a:t>	</a:t>
            </a:r>
          </a:p>
          <a:p>
            <a:pPr algn="l"/>
            <a:r>
              <a:rPr lang="en-IN" dirty="0"/>
              <a:t>	-   Heading tag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	-   Paragraph tag</a:t>
            </a:r>
          </a:p>
          <a:p>
            <a:pPr algn="l"/>
            <a:r>
              <a:rPr lang="en-IN" dirty="0"/>
              <a:t>	</a:t>
            </a:r>
          </a:p>
          <a:p>
            <a:pPr algn="l"/>
            <a:r>
              <a:rPr lang="en-IN" dirty="0"/>
              <a:t>  	-   list : </a:t>
            </a:r>
            <a:r>
              <a:rPr lang="en-IN" dirty="0" smtClean="0"/>
              <a:t>Unordered </a:t>
            </a:r>
            <a:r>
              <a:rPr lang="en-IN" dirty="0"/>
              <a:t>list, ordered </a:t>
            </a:r>
            <a:r>
              <a:rPr lang="en-IN" dirty="0" smtClean="0"/>
              <a:t>list</a:t>
            </a:r>
          </a:p>
          <a:p>
            <a:pPr algn="l"/>
            <a:endParaRPr lang="en-IN" dirty="0" smtClean="0"/>
          </a:p>
          <a:p>
            <a:pPr algn="l"/>
            <a:r>
              <a:rPr lang="en-GB" dirty="0"/>
              <a:t>	</a:t>
            </a:r>
            <a:r>
              <a:rPr lang="en-GB" dirty="0" smtClean="0"/>
              <a:t>-   Unordered list types:-Symbols</a:t>
            </a:r>
            <a:endParaRPr lang="en-IN" dirty="0" smtClean="0"/>
          </a:p>
          <a:p>
            <a:pPr algn="l"/>
            <a:endParaRPr lang="en-IN" dirty="0"/>
          </a:p>
          <a:p>
            <a:pPr algn="l"/>
            <a:r>
              <a:rPr lang="en-IN" dirty="0"/>
              <a:t>	-  </a:t>
            </a:r>
            <a:r>
              <a:rPr lang="en-IN" dirty="0" smtClean="0"/>
              <a:t> ordered </a:t>
            </a:r>
            <a:r>
              <a:rPr lang="en-IN" dirty="0"/>
              <a:t>list types:-</a:t>
            </a:r>
            <a:r>
              <a:rPr lang="en-IN" dirty="0" smtClean="0"/>
              <a:t>A,a,I,i</a:t>
            </a:r>
            <a:r>
              <a:rPr lang="en-IN" dirty="0" smtClean="0"/>
              <a:t>,1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75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HTML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akash kamble</dc:creator>
  <cp:lastModifiedBy>Dell</cp:lastModifiedBy>
  <cp:revision>3</cp:revision>
  <dcterms:created xsi:type="dcterms:W3CDTF">2022-06-02T13:19:38Z</dcterms:created>
  <dcterms:modified xsi:type="dcterms:W3CDTF">2025-05-13T11:57:30Z</dcterms:modified>
</cp:coreProperties>
</file>